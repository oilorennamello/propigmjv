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Credimora se encaixa no mercado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parecidos, no Brasil e no mundo — explicados em linguagem simples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Propig + Moura  |  Pesquisa MJV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Credimora, em uma frase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se a Moura tivesse criado sua própria “financeira de bolso”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pra ganhar dinheiro emprestando, mas pra ajudar quem vende bateria Moura a vender mais, usando uma maquininha de cartão como ferramenta.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dinheiro (crédito) se move na cadeia: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44827" y="429768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44827" y="4297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928616"/>
            <a:ext cx="1931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03270" y="451713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4296537" y="429768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6537" y="4297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23310" y="4928616"/>
            <a:ext cx="1931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4980" y="451713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8247" y="429768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48247" y="4297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75020" y="4928616"/>
            <a:ext cx="1931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06690" y="451713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799957" y="429768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99957" y="4297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6730" y="4928616"/>
            <a:ext cx="1931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86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consumidor final parcela a bateria na maquininha da revenda → vira crédito pro distribuidor repor a bateria → tudo dentro da própria família Moura.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tem nome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não é uma invenção isolada da Moura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“Indústria virando banco”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apelido que o mercado brasileiro já deu pra esse movimento: grandes marcas criando sua própria estrutura financeira, em vez de depender de banco ou maquininha de terceiros.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2635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74904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elas fazem isso?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2628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mais perto de quem vende seu produto — e ganham (ou economizam) com isso, não só o banco.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352044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2635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374904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recente?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452628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Empresas como Caterpillar fazem isso há décadas. Mas no Brasil, ganhou força nos últimos anos.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352044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2635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38744" y="374904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Moura está sozinha nisso?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452628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— Natura, Ambev, Souza Cruz e outras indústrias já fazem a mesma coisa, cada uma do seu jeito.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conceito-chave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pergunta simples organiza toda a comparação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crédito ajuda a COMPRAR estoque, ou ajuda a VENDER pro cliente final?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24688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COMPRAR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840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o distribuidor ou a revenda pra encher o estoque comprando da indústria — parcela a compra em vez de precisar do dinheiro todo de uma vez.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37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Robbin, TreviPay, Resolve, Mondu, Billie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496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VENDER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840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o consumidor final, que parcela a compra na revenda — e só depois isso vira crédito pra repor estoque.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937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Credimora, Natura Pay, Ambev BORA, Solfácil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dos modelos pesquisados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atua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(resumo)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atua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(resumo)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057400"/>
            <a:ext cx="1088136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comprar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057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— já parceira da Moura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0574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virtual via Pix p/ revendas parcelarem compra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24328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26243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 Pay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2624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vender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6243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— grande marca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6243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+ crédito p/ consultoras Natura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191256"/>
            <a:ext cx="1088136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191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Ambev BORA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31912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vender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1912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— grande marca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p/ 250 mil bares/restaurantes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758184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7581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Solfácil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063240" y="37581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vender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37581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— vertical (energia solar)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7581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consumidor final via instalador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43251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Agrolend / Traive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063240" y="43251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vender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43251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— vertical (agro)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325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 produtores via revendas de insumo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4892040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Caterpillar / John Deere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063240" y="4892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 venda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16636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— clássico industrial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892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estoque do distribuidor e cliente final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5458968"/>
            <a:ext cx="1088136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54589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TreviPay / Resolve / Mondu / Billie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063240" y="54589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comprar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166360" y="54589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— genérico (qualquer setor)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5458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comercial no “checkout” entre empresas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crítico — já está dentro de casa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Robbin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US$108 mi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captados pela fintech para digitalizar crédito B2B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virtual, na infraestrutura do Pix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revenda parcela a compra que faz junto à indústria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recebe à vista; a Robbin assume o risco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é parceira da própria Baterias Moura — junto com Cantu Pneus, Votorantim, Tigre e outras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Robbin financia a REVENDA comprando da INDÚSTRIA (estoque). O Credimora financia o CONSUMIDOR comprando da REVENDA — direção oposta do mesmo cano.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grandes marcas brasileiras já fazem igual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 Pay &amp; Ambev BORA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R$26 bi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movimentados pela Natura Pay em 2022 (Estadão)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 Pay: pagamento, antecipação e crédito para consultoras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Ambev BORA: crédito e renegociação de dívida para ~250 mil bares/restaurantes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Ambev mobiliza ~R$100 milhões em soluções financeiras em 2026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a mesma lógica: “a indústria está mais perto da ponta do que o banco”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635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mais parecidos em direção com o Credimora — também financiam quem vende na ponta. Mas nasceram de indústrias de bens recorrentes (cosmético, cerveja), não de ticket alto como bateria.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mais parecido no tipo de compra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Solfácil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120x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financiamento oferecido ao consumidor final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solar: compra cara, não recorrente — igual bateria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instalador (papel da “revenda”) não precisa financiar nada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final parcela direto com a Solfácil, até R$400 mil por projeto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100% digital: simulação, aprovação e pagamento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“consumidor final parcela um produto caro”, mas a Solfácil é uma fintech independente, não é dona da fábrica de painéis — diferente da Propig, que é do mesmo grupo da indústria.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lógica, no campo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Agrolend &amp; Traive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R$600 mi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de crédito da Agrolend, com foco crescente em indústrias de insumo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para produtores rurais via revendas de insumos agrícolas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Indústrias de insumo cada vez mais próximas da operação de crédito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crédito agro estimado em R$800 bi pelo Ministério da Agricultura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100 parceiros (indústrias e revendas) já conectados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635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o crédito também nasce perto do consumidor (produtor rural), mas passa por uma fintech terceira — não uma “financeira de bolso” da própria indústria, como a Propig é da Moura.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mais “adulto” do mundo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Caterpillar Financial &amp; John Deere Financial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 anos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captive finance nos EUA — referência histórica do modelo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de máquinas pesadas criaram sua própria financeira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 DOIS níveis: o estoque do distribuidor e a compra do cliente final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 não precisa travar capital próprio comprando estoque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replicado por praticamente toda a indústria automotiva mundial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que o Credimora pode virar quando amadurecer: hoje ele só atua perto do consumidor final; Caterpillar/John Deere também financiam o estoque do distribuidor diretamente.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“parcele agora” das empresas, fora do Brasil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TreviPay, Resolve, Mondu, Billie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BNPL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internacional de crédito comercial embutido no checkout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 da Robbin, mas fora do Brasil e sem foco em um setor só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682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fornecedor recebe à vista; a empresa compradora paga depois, parcelado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53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TreviPay é forte em manufatura, logística e distribuição no atacado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38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crédito quase instantânea na hora da compra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4764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4764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179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70757" y="443484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075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183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1490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386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9386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494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8010" y="4654296"/>
            <a:ext cx="320040" cy="14630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6977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6977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8050" y="5065776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635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p/ o Credimora: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financiam a COMPRA entre empresas (não o consumidor final) — mesma direção da Robbin, oposta à do Credimora.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(1/2)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todos esses modelos têm em comum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01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 vira “financeira”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671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ganham (só) vendendo o produto — passam a ganhar também operando o crédito da própria cadeia.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44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crédito nasce da relação comercial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101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empréstimo separado — nasce dentro da própria compra, sem burocracia extra pro cliente.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87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é sempre digital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531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Maquininha, cartão virtual ou app — a tecnologia é o que torna o modelo escalável.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30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tentam reduzir a distância entre financiar e vender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5961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declarado nunca é “emprestar dinheiro” — é “vender mais”.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(2/2)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o Credimora ser diferente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26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no consumidor final, não no estoque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modelos parecidos (Robbin, TreviPay, Resolve, Mondu, Billie) financia a COMPRA de estoque. O Credimora é dos poucos que começa no CONSUMIDOR e só depois vira crédito de estoque.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2635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antecipa dinheiro de verdade (no plano Sessão)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só gera crédito de compra, não empresta dinheiro em espécie — por isso consegue ter uma taxa mais competitiva que uma antecipação tradicional.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2635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resolver 3 dores ao mesmo tempo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inadimplência + acelerar venda + fidelizar. A maioria dos concorrentes pesquisados foca em só uma dessas frentes de cada vez.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para 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Credimora está numa categoria de mercado validada e em expansão — não é um experimento isolado da Moura.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9260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marcas (Natura, Ambev) provam que o modelo funciona em escala nacional, mesmo fora do setor de bateria.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0690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real do Credimora está na direção do fluxo — começar pelo consumidor final é raro entre os modelos pesquisados, e vale como argumento forte no discurso para Goodyear e Decor.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2120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a investigar: a Robbin já atua com a própria Moura — vale checar internamente se coexistem, e como, antes de levar a proposta às novas indústrias.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Credimora — Propig + Moura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2026-09-14T20:26:50Z</dcterms:created>
  <dcterms:modified xsi:type="dcterms:W3CDTF">2026-09-14T20:26:50Z</dcterms:modified>
</cp:coreProperties>
</file>